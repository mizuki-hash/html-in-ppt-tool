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425F7-5EC0-49D0-6256-C29556A52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C4B23C-BF41-23A9-5E61-03661456A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803F0-18B3-5E8B-EA69-8F5549CD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38D05-B415-BB6E-27A3-4C136990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3F009-8E4E-61D7-1151-AF6BD8CE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5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8585B-4384-D757-D0FA-A0A01520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2A293-9E0C-4906-7960-3E83F3773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AFF157-B71F-724D-0630-913764BA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F7ACC-24EB-F054-4A04-AC55359B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D7F77-FF18-A8BD-3E9F-2DFA1B35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3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4C01D-F8FD-9B03-0034-B33AB7D01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610AF-DDD8-6C1A-0C00-822DDD2D1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C1199-0DE5-2BAE-1C5B-3E3C65F4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C42B3-9B59-D558-90AE-6D20574E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FA6C45-C011-F39D-5E55-1A8A014B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28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DCAD0-C4A0-EF7D-37A2-D67B9E2A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FB10F-7A4C-AE9B-43A5-935EFFB8B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28A761-3F33-988D-9E41-82956D0C0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7E573-B7C0-3B0F-703F-8CD4A8FB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B73FD8-AF28-D095-2798-6799797D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B8A3A0-1264-E545-8F67-605E197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3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35782-8DF3-79E0-5ABD-545BB0E8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A9FE54-4A6A-A4D4-E26E-125E5931F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E19482-0322-CD57-C29B-65EA3940F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60E98C-D1EA-65FF-AD73-D03D2204A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964883-9BED-5640-39BA-B51572852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F5A015-8DF1-28CF-A7A1-E67F0515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CD5315-1EC7-BC25-F5AC-159C8F52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22FC36-0937-6863-D069-713A5E20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49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5D6FA-89B1-ED15-9087-8C03AB10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76AD00-DECB-A277-DF5B-205DB2EE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6061E0-3653-4DFB-D3EE-B3B86C7D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167834-56D2-B1DF-06B5-0CC9E5E3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58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05AD87-34FC-CD90-76A4-641790D6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856BA1-8F3D-4856-A970-5BFF5EDC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0FFEC6-CD11-31FD-13B0-906A3403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9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AB11F-B035-6985-CE56-4320B514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364BB-56DF-10FA-8664-9CA0D85E4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84A541-A8F5-9777-1FE2-CB8187ECC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91D02-4DC5-8F22-B67D-53D8EBC2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35913-CC2D-2B81-28D2-05BD9DA6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9B75B7-58FB-72CC-BEEC-2479EDF3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3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ED18E-AAF0-6382-EFA1-8DE03795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02BF25-A5C0-2E50-1C78-73EF88E6A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40F26-5C01-B3AD-A93E-30DE53180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20874D-4562-B22D-22AD-E7218692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7FAD55-9275-8454-59EA-5949B7A9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424A4A-CC0E-2E6C-8D72-D0E3E9CB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41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C446D-5F2B-ED44-A5AB-D1C32BAD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109D7-D0CE-F4F2-0F96-09A033F27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BC5A9-7A3D-DB8A-52B4-9FD05F8C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5C4E0-ED36-E20E-78A4-BE075297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44D551-78B5-E411-0EAA-06FB80E2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4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9CCA73-415E-41FE-A977-65410F419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16CA72-1811-16B1-7DC3-1FD955BA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F28AB-E7D0-7CBA-FFA7-7CD05C2A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4D43E-BB67-29AD-15E5-D24AB95F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6F34B-201F-D982-56DC-1E697597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82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AC814B-F8FF-E5CC-1A50-7A550CB8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A8E48-4876-9F8A-D63D-E8D8F157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9594F-0D8F-31E2-C652-4BC1E441D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E43F1-DC5B-4C0E-A844-BF435CD55BC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20F79-AC85-8B4D-AFA3-1EB72D7B1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93BC3-D5AE-618C-6657-0A47DF560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20B14-3F6A-4FCD-845C-AF208E9FCE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25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oi_dynamic_webpage.png"/><Relationship Id="rId3" Type="http://schemas.openxmlformats.org/officeDocument/2006/relationships/hyperlink" Target="https://127.0.0.1:8765/pd_soi_fbe_ppt_content.html?v=20260514_ratio" TargetMode="External"/><Relationship Id="rId4" Type="http://schemas.microsoft.com/office/2011/relationships/webextension" Target="../webextensions/webextension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D-SOI FBE V3 webpage screenshot" descr="PD-SOI FBE V3 interactive simulator fallback screenshot.">
            <a:hlinkClick r:id="rId3" tooltip="先运行 start_https_server.bat，再点击打开交互网页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 xmlns:we="http://schemas.microsoft.com/office/webextensions/webextension/2010/11">
        <p:nvGraphicFramePr>
          <p:cNvPr id="3" name="PD-SOI FBE V3 Web Add-in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microsoft.com/office/webextensions/webextension/2010/11">
            <we:webextensionref r:id="rId4"/>
          </a:graphicData>
        </a:graphic>
      </p:graphicFrame>
    </p:spTree>
    <p:extLst>
      <p:ext uri="{BB962C8B-B14F-4D97-AF65-F5344CB8AC3E}">
        <p14:creationId xmlns:p14="http://schemas.microsoft.com/office/powerpoint/2010/main" val="284769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CE6C91C4-3369-4104-8C7C-3AEED40A1D8B}">
  <we:reference id="5f248b07-f278-4ac4-9d1f-8d7fc55eb501" version="1.0.4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佳成 李</dc:creator>
  <cp:lastModifiedBy>佳成 李</cp:lastModifiedBy>
  <cp:revision>1</cp:revision>
  <dcterms:created xsi:type="dcterms:W3CDTF">2026-05-13T22:46:19Z</dcterms:created>
  <dcterms:modified xsi:type="dcterms:W3CDTF">2026-05-13T22:46:53Z</dcterms:modified>
</cp:coreProperties>
</file>